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56" r:id="rId3"/>
    <p:sldId id="258" r:id="rId4"/>
    <p:sldId id="259" r:id="rId5"/>
    <p:sldId id="257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A5F34D-0AE2-15B0-9874-E5118FDE5FE6}" name="shridharan M" initials="sM" userId="d248c7bab93cda07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8/10/relationships/authors" Target="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86183-4C10-F2D0-F0D3-E08D57A9A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2019829"/>
          </a:xfrm>
        </p:spPr>
        <p:txBody>
          <a:bodyPr>
            <a:normAutofit fontScale="90000"/>
          </a:bodyPr>
          <a:lstStyle/>
          <a:p>
            <a:r>
              <a:rPr lang="en-US" dirty="0"/>
              <a:t>Smart Gym Monitoring System using Fog and Cloud Computing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7B95C-6FA7-50A0-A584-E65F45653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62373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Name: Shridharan Muniyandi</a:t>
            </a:r>
          </a:p>
          <a:p>
            <a:pPr marL="0" indent="0" algn="ctr">
              <a:buNone/>
            </a:pPr>
            <a:r>
              <a:rPr lang="en-US" dirty="0"/>
              <a:t>Student ID: 24232327</a:t>
            </a:r>
          </a:p>
          <a:p>
            <a:pPr marL="0" indent="0" algn="ctr">
              <a:buNone/>
            </a:pPr>
            <a:r>
              <a:rPr lang="en-US" dirty="0"/>
              <a:t>Module: Fog and Edge Computing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Deployed URL: http://32.193.150.49/</a:t>
            </a:r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132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60EBE2E-3974-27DC-2C95-6BF9CF3F21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076843"/>
            <a:ext cx="8610600" cy="5572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/>
              <a:t>Problem:</a:t>
            </a:r>
            <a:br>
              <a:rPr lang="en-US" sz="2400" dirty="0"/>
            </a:br>
            <a:r>
              <a:rPr lang="en-US" sz="2400" dirty="0"/>
              <a:t>- Traditional systems depend only on cloud</a:t>
            </a:r>
            <a:br>
              <a:rPr lang="en-US" sz="2400" dirty="0"/>
            </a:br>
            <a:r>
              <a:rPr lang="en-US" sz="2400" dirty="0"/>
              <a:t>- Delay in response</a:t>
            </a:r>
            <a:br>
              <a:rPr lang="en-US" sz="2400" dirty="0"/>
            </a:br>
            <a:r>
              <a:rPr lang="en-US" sz="2400" dirty="0"/>
              <a:t>- Not suitable for real-time alerts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Solution:</a:t>
            </a:r>
            <a:br>
              <a:rPr lang="en-US" sz="2400" dirty="0"/>
            </a:br>
            <a:r>
              <a:rPr lang="en-US" sz="2400" dirty="0"/>
              <a:t>- Use Fog + Cloud</a:t>
            </a:r>
            <a:br>
              <a:rPr lang="en-US" sz="2400" dirty="0"/>
            </a:br>
            <a:r>
              <a:rPr lang="en-US" sz="2400" dirty="0"/>
              <a:t>- Fast alert detection</a:t>
            </a:r>
            <a:br>
              <a:rPr lang="en-US" sz="2400" dirty="0"/>
            </a:br>
            <a:r>
              <a:rPr lang="en-US" sz="2400" dirty="0"/>
              <a:t>- Efficient data processing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Threshold Set for each sensors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AEF176-E062-7A20-3B80-D291187C07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5934" y="1106159"/>
            <a:ext cx="7332132" cy="5586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latin typeface="Arial" panose="020B0604020202020204" pitchFamily="34" charset="0"/>
              </a:rPr>
              <a:t>Temperature Sensor:</a:t>
            </a:r>
          </a:p>
          <a:p>
            <a:pPr marL="0" indent="0"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- Warning: &lt; 18°C or &gt; 30°C</a:t>
            </a:r>
          </a:p>
          <a:p>
            <a:pPr marL="0" indent="0"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- Critical: &lt; 16°C or &gt; 35°C</a:t>
            </a:r>
          </a:p>
          <a:p>
            <a:pPr marL="0" indent="0"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0" indent="0"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latin typeface="Arial" panose="020B0604020202020204" pitchFamily="34" charset="0"/>
              </a:rPr>
              <a:t>Heart Rate Sensor:</a:t>
            </a:r>
          </a:p>
          <a:p>
            <a:pPr marL="0" indent="0"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- Warning: &gt; 150 bpm</a:t>
            </a:r>
          </a:p>
          <a:p>
            <a:pPr marL="0" indent="0"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- Critical: &gt; 170 bpm</a:t>
            </a:r>
          </a:p>
          <a:p>
            <a:pPr marL="0" indent="0"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0" indent="0"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latin typeface="Arial" panose="020B0604020202020204" pitchFamily="34" charset="0"/>
              </a:rPr>
              <a:t>Equipment Usage:</a:t>
            </a:r>
          </a:p>
          <a:p>
            <a:pPr marL="0" indent="0"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- Warning: &gt; 30 minutes</a:t>
            </a:r>
          </a:p>
          <a:p>
            <a:pPr marL="0" indent="0"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- Critical: &gt; 45 minutes</a:t>
            </a:r>
          </a:p>
          <a:p>
            <a:pPr marL="0" indent="0"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0" indent="0"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latin typeface="Arial" panose="020B0604020202020204" pitchFamily="34" charset="0"/>
              </a:rPr>
              <a:t>Occupancy Sensor:</a:t>
            </a:r>
          </a:p>
          <a:p>
            <a:pPr marL="0" indent="0"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- Warning: &gt; 45 people</a:t>
            </a:r>
          </a:p>
          <a:p>
            <a:pPr marL="0" indent="0"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- Critical: &gt; 60 people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  <a:endParaRPr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A00C8DB-4F32-55B0-65DD-6219E045C0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3200" y="1476440"/>
            <a:ext cx="7112000" cy="115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Flow: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Sensors → Fog Node → SQS → Lambda → DynamoDB → Django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AC06BB-5A2B-B368-3EF8-788A5FACB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73" y="2752160"/>
            <a:ext cx="8161727" cy="40465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Pipeline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457200" lvl="1" indent="0">
              <a:buNone/>
            </a:pPr>
            <a:endParaRPr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6C37F77-87CE-6205-429B-9E54EE232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898970"/>
            <a:ext cx="6493933" cy="4473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 Actions used for automating the process of deploying the application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the Code changes are pushed to GitHub it triggers deployment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 deployed to AWS EC2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the Services restarted automatically as configured in the pipeline file.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5D2B97-FE23-93B8-65A4-892FB6731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867" y="4147563"/>
            <a:ext cx="6756400" cy="14371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213</Words>
  <Application>Microsoft Office PowerPoint</Application>
  <PresentationFormat>On-screen Show (4:3)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Smart Gym Monitoring System using Fog and Cloud Computing  </vt:lpstr>
      <vt:lpstr>Project Overview</vt:lpstr>
      <vt:lpstr>Threshold Set for each sensors</vt:lpstr>
      <vt:lpstr>Architecture</vt:lpstr>
      <vt:lpstr>CI/CD Pipeline Workflow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shridharan M</dc:creator>
  <cp:keywords/>
  <dc:description>generated using python-pptx</dc:description>
  <cp:lastModifiedBy>shridharan M</cp:lastModifiedBy>
  <cp:revision>5</cp:revision>
  <dcterms:created xsi:type="dcterms:W3CDTF">2013-01-27T09:14:16Z</dcterms:created>
  <dcterms:modified xsi:type="dcterms:W3CDTF">2026-04-17T10:28:11Z</dcterms:modified>
  <cp:category/>
</cp:coreProperties>
</file>